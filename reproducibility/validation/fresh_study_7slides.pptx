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curves solve thermodynamic Hubbard integral equations at nominal density. MMHK markers are dominant positive-frequency peak divided by q_min=2*pi/L: a finite-q, broadening-dependent estimator, not an extrapolated sound velocity. Diamonds show BA at the actual density when different. No intensity normalization.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Coherent charge and longitudinal spin (2Sz) positive inelastic Lehmann spectra. One common chemical potential, complete ground-state trace per twist, not a fixed number or Sz. Elastic weight is excluded. The CSV files report actual densities and peak diagnostics; broadening eta/t=0.1.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Per-spin A(k,omega)=-Im(Gup+Gdn)/(2*pi). 101 directly calculated k points from 0 to pi, no interpolation. Common mu fixed by the density twist grid. The display is clipped to [-6,10], not the stored frequency range. Colormap saturation is 1.5.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Coherent charge and longitudinal spin (2Sz) positive inelastic Lehmann spectra. One common chemical potential, complete ground-state trace per twist, not a fixed number or Sz. Elastic weight is excluded. The CSV files report actual densities and peak diagnostics; broadening eta/t=0.1.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Per-spin A(k,omega)=-Im(Gup+Gdn)/(2*pi). 101 directly calculated k points from 0 to pi, no interpolation. Common mu fixed by the density twist grid. The display is clipped to [-6,10], not the stored frequency range. Colormap saturation is 1.5.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Coherent charge and longitudinal spin (2Sz) positive inelastic Lehmann spectra. One common chemical potential, complete ground-state trace per twist, not a fixed number or Sz. Elastic weight is excluded. The CSV files report actual densities and peak diagnostics; broadening eta/t=0.1.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Per-spin A(k,omega)=-Im(Gup+Gdn)/(2*pi). 101 directly calculated k points from 0 to pi, no interpolation. Common mu fixed by the density twist grid. The display is clipped to [-6,10], not the stored frequency range. Colormap saturation is 1.5.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83A"/>
                </a:solidFill>
              </a:rPr>
              <a:t>Spin and charge velocities</a:t>
            </a:r>
            <a:endParaRPr lang="en-US" sz="2400" dirty="0"/>
          </a:p>
        </p:txBody>
      </p:sp>
      <p:pic>
        <p:nvPicPr>
          <p:cNvPr id="3" name="Image 0" descr="/workspace/runs/study_01/plots/spin_charge_velocity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236103"/>
            <a:ext cx="11475720" cy="45320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675"/>
                </a:solidFill>
              </a:rPr>
              <a:t>10 orbitals · 50 density twists · η/t = 0.1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630936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83A"/>
                </a:solidFill>
              </a:rPr>
              <a:t>Charge: red    Spin: blue dashed    BA: lines    MMHK: markers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83A"/>
                </a:solidFill>
              </a:rPr>
              <a:t>Spin and charge response · target n = 0.9</a:t>
            </a:r>
            <a:endParaRPr lang="en-US" sz="2400" dirty="0"/>
          </a:p>
        </p:txBody>
      </p:sp>
      <p:pic>
        <p:nvPicPr>
          <p:cNvPr id="3" name="Image 0" descr="/workspace/runs/study_01/plots/response_slide_n0p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68460"/>
            <a:ext cx="11475720" cy="4667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675"/>
                </a:solidFill>
              </a:rPr>
              <a:t>10 orbitals · 50 density twists · η/t = 0.1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83A"/>
                </a:solidFill>
              </a:rPr>
              <a:t>Single-particle spectrum · target n = 0.9</a:t>
            </a:r>
            <a:endParaRPr lang="en-US" sz="2400" dirty="0"/>
          </a:p>
        </p:txBody>
      </p:sp>
      <p:pic>
        <p:nvPicPr>
          <p:cNvPr id="3" name="Image 0" descr="/workspace/runs/study_01/plots/spectral_slide_n0p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68460"/>
            <a:ext cx="11475720" cy="4667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675"/>
                </a:solidFill>
              </a:rPr>
              <a:t>10 orbitals · 50 density twists · η/t = 0.1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83A"/>
                </a:solidFill>
              </a:rPr>
              <a:t>Spin and charge response · target n = 0.8</a:t>
            </a:r>
            <a:endParaRPr lang="en-US" sz="2400" dirty="0"/>
          </a:p>
        </p:txBody>
      </p:sp>
      <p:pic>
        <p:nvPicPr>
          <p:cNvPr id="3" name="Image 0" descr="/workspace/runs/study_01/plots/response_slide_n0p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68460"/>
            <a:ext cx="11475720" cy="4667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675"/>
                </a:solidFill>
              </a:rPr>
              <a:t>10 orbitals · 50 density twists · η/t = 0.1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83A"/>
                </a:solidFill>
              </a:rPr>
              <a:t>Single-particle spectrum · target n = 0.8</a:t>
            </a:r>
            <a:endParaRPr lang="en-US" sz="2400" dirty="0"/>
          </a:p>
        </p:txBody>
      </p:sp>
      <p:pic>
        <p:nvPicPr>
          <p:cNvPr id="3" name="Image 0" descr="/workspace/runs/study_01/plots/spectral_slide_n0p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68460"/>
            <a:ext cx="11475720" cy="4667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675"/>
                </a:solidFill>
              </a:rPr>
              <a:t>10 orbitals · 50 density twists · η/t = 0.1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83A"/>
                </a:solidFill>
              </a:rPr>
              <a:t>Spin and charge response · target n = 0.7</a:t>
            </a:r>
            <a:endParaRPr lang="en-US" sz="2400" dirty="0"/>
          </a:p>
        </p:txBody>
      </p:sp>
      <p:pic>
        <p:nvPicPr>
          <p:cNvPr id="3" name="Image 0" descr="/workspace/runs/study_01/plots/response_slide_n0p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68460"/>
            <a:ext cx="11475720" cy="4667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675"/>
                </a:solidFill>
              </a:rPr>
              <a:t>10 orbitals · 50 density twists · η/t = 0.1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83A"/>
                </a:solidFill>
              </a:rPr>
              <a:t>Single-particle spectrum · target n = 0.7</a:t>
            </a:r>
            <a:endParaRPr lang="en-US" sz="2400" dirty="0"/>
          </a:p>
        </p:txBody>
      </p:sp>
      <p:pic>
        <p:nvPicPr>
          <p:cNvPr id="3" name="Image 0" descr="/workspace/runs/study_01/plots/spectral_slide_n0p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168460"/>
            <a:ext cx="11475720" cy="4667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675"/>
                </a:solidFill>
              </a:rPr>
              <a:t>10 orbitals · 50 density twists · η/t = 0.1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33856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10-MMHK spin, charge and spectra</dc:title>
  <dc:subject>Physical Hubbard TBC spin/charge responses and single-particle spectra</dc:subject>
  <dc:creator>1D-MMHK reproducible pipeline</dc:creator>
  <cp:lastModifiedBy>1D-MMHK reproducible pipeline</cp:lastModifiedBy>
  <cp:revision>1</cp:revision>
  <dcterms:created xsi:type="dcterms:W3CDTF">2026-10-14T15:45:45Z</dcterms:created>
  <dcterms:modified xsi:type="dcterms:W3CDTF">2026-10-14T15:45:45Z</dcterms:modified>
</cp:coreProperties>
</file>